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– Network Security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FD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Setup, Apache Deployment, Nmap Scanning &amp; Wireshark Analysis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3337560"/>
            <a:ext cx="1188720" cy="45720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486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Cybersecurity Internship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PAILACHUKKA SUSMITHA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0"/>
                </a:solidFill>
              </a:rPr>
              <a:t>Objective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00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isolated virtual network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03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attacker and target machines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606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Apache web server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108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Nmap scanning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611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traffic using Wireshark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114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HTTP, ICMP and DNS traffic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0"/>
                </a:solidFill>
              </a:rPr>
              <a:t>Tools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  |   Kali Linux   |   Ubuntu   |   Apache   |   Nmap   |   Wireshark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Network Security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Setup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7190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50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7190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63440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Network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2450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192.168.56.0/24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7A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0" y="17190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95360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2450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Apache :80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977640" y="2194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909560" y="2194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66666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111556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977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machines were connected through the VirtualBox Host-Only network and verified reachable via ICMP ping before any further testing began. The lab was fully isolated from the internet and any external network — authorized for security testing only.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 Network Setup  →  Apache Setup  →  Nmap Scanning  →  Wireshark Analysis  →  Documentation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Network Security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Web Server Configuration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146304" cy="146304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installed on Ubuntu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46304" cy="146304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842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service active and running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46304" cy="146304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5786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service available on TCP port 80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46304" cy="146304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729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access verified from Kali using curl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146304" cy="146304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767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IP: 192.168.56.101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D0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http://192.168.56.101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Returned the Apache2 Ubuntu default HTML page, confirming application-layer connectivity between Kali and Ubuntu.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Network Security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Network Scanning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11155680" cy="1188720"/>
          </a:xfrm>
          <a:prstGeom prst="roundRect">
            <a:avLst>
              <a:gd name="adj" fmla="val 3846"/>
            </a:avLst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087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192.168.56.101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192.168.56.101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0"/>
                </a:solidFill>
              </a:rPr>
              <a:t>Key Result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6510">
            <a:solidFill>
              <a:srgbClr val="1B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337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open   http   →   Apache httpd 2.4.66 ((Ubuntu))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</a:rPr>
              <a:t>Saved scan output: week4_nmap_scan.txt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155680" cy="1188720"/>
          </a:xfrm>
          <a:prstGeom prst="roundRect">
            <a:avLst>
              <a:gd name="adj" fmla="val 3846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D6608"/>
                </a:solidFill>
              </a:rPr>
              <a:t>An open port is not a confirmed vulnerability. Exposed services should be securely configured, monitored, and limited to required functionality.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Network Security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Traffic Analysis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4173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417320"/>
            <a:ext cx="3611880" cy="5943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HTTP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2545"/>
                </a:solidFill>
              </a:rPr>
              <a:t>Web Traffic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TCP handshake, GET request, and 200 OK response captured between Kali and Ubuntu on port 80.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417320"/>
            <a:ext cx="361188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ICMP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80560" y="2148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</a:rPr>
              <a:t>Connectivity Traffic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26280" y="26060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Request / Echo Reply exchange captured, confirming reachability between Kali and Ubuntu.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92440" y="14173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92440" y="1417320"/>
            <a:ext cx="3611880" cy="59436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DNS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75320" y="2148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A4C93"/>
                </a:solidFill>
              </a:rPr>
              <a:t>Name Resolution Traffic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21040" y="26060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Query/response for google.com captured via Kali's temporary NAT interface (not the lab network).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Network Security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4/watermark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66928" y="1005840"/>
            <a:ext cx="1188720" cy="54864"/>
          </a:xfrm>
          <a:prstGeom prst="rect">
            <a:avLst/>
          </a:prstGeom>
          <a:solidFill>
            <a:srgbClr val="5FD0C3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32588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established an isolated virtual network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and Ubuntu communicated successfully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33172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94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web service was accessible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4360" y="283464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97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identified TCP port 80 / HTTP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333756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200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ICMP, and DNS traffic were captured and analyzed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4360" y="3840480"/>
            <a:ext cx="128016" cy="128016"/>
          </a:xfrm>
          <a:prstGeom prst="ellipse">
            <a:avLst/>
          </a:prstGeom>
          <a:solidFill>
            <a:srgbClr val="5FD0C3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703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was documented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6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5720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4 lab demonstrated the complete network security assessment workflow — from network setup and service deployment to scanning, packet capture, traffic analysis, and security observations.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0C3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2026-09-12T00:47:45Z</dcterms:created>
  <dcterms:modified xsi:type="dcterms:W3CDTF">2026-09-12T00:47:45Z</dcterms:modified>
</cp:coreProperties>
</file>